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0688638" cy="7562850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8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3C9A5B54-824F-4210-82E3-2927255A784D}" type="datetimeFigureOut">
              <a:rPr lang="en-PH" smtClean="0"/>
              <a:t>02/10/2026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5D885312-F02C-49D7-81FA-74E38C1FCBD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0449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6AB1EFB9-39A9-4A88-80F7-A26DD7033559}" type="datetimeFigureOut">
              <a:rPr lang="en-PH" smtClean="0"/>
              <a:t>02/10/2026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5688" y="1252538"/>
            <a:ext cx="47767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8D93E02E-D857-4B7D-BD01-D3FD78A4908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0194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93E02E-D857-4B7D-BD01-D3FD78A49083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776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wide_colorful_trifold_style_corporate_broch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FFICIAL LOGO - CHAI TALENTLINK MANPOWER A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65" y="83487"/>
            <a:ext cx="9561444" cy="69534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i_exact_panel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939" y="0"/>
            <a:ext cx="3563112" cy="7562088"/>
          </a:xfrm>
          <a:prstGeom prst="rect">
            <a:avLst/>
          </a:prstGeom>
        </p:spPr>
      </p:pic>
      <p:pic>
        <p:nvPicPr>
          <p:cNvPr id="3" name="Picture 2" descr="chai_exact_panel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112" y="0"/>
            <a:ext cx="3563112" cy="7562088"/>
          </a:xfrm>
          <a:prstGeom prst="rect">
            <a:avLst/>
          </a:prstGeom>
        </p:spPr>
      </p:pic>
      <p:pic>
        <p:nvPicPr>
          <p:cNvPr id="4" name="Picture 3" descr="chai_exact_panel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6224" y="0"/>
            <a:ext cx="3563112" cy="7562088"/>
          </a:xfrm>
          <a:prstGeom prst="rect">
            <a:avLst/>
          </a:prstGeom>
        </p:spPr>
      </p:pic>
      <p:pic>
        <p:nvPicPr>
          <p:cNvPr id="5" name="Picture 4" descr="Chai_TalentLink_Application_QR_Code(2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122" y="5744817"/>
            <a:ext cx="1063487" cy="1053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</Words>
  <Application>Microsoft Office PowerPoint</Application>
  <PresentationFormat>Custom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HR DEPARTMENT</dc:creator>
  <cp:keywords/>
  <dc:description>generated using python-pptx</dc:description>
  <cp:lastModifiedBy>Microsoft account</cp:lastModifiedBy>
  <cp:revision>4</cp:revision>
  <cp:lastPrinted>2026-10-02T07:02:19Z</cp:lastPrinted>
  <dcterms:created xsi:type="dcterms:W3CDTF">2013-01-27T09:14:16Z</dcterms:created>
  <dcterms:modified xsi:type="dcterms:W3CDTF">2026-10-02T07:02:26Z</dcterms:modified>
  <cp:category/>
</cp:coreProperties>
</file>